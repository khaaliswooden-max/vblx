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Buyer/partner-facing. Open on the mission-critical hook: no compliant PPAP, no purchase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pain, primary-sourced. Don't editorialize — the numbers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consequences framed as if/then — the buyer feels both. Then the four failure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Two-columns of 'half solutions' vs the navy 'whole job' card. The union is the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cards: two compliance (teal), two traceability spine (navy). Kept high-level — no mechanism detail (IP gate).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Rigor as the trust mechanism — this is what separates us from vendor claims. No mechanism detail exposed.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Forward-looking and confident, but no internal kill logic. The 2027 clock is the on-ramp.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three-beat tagline and a concrete, honest ask: design partners. No fabricated 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ZUUP INNOVATION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&amp; quality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 for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automotive's long tail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Tier 2–3 supplier proves quality — PPAP, FMEA, traceability — without the spreadsheets that get them rejected.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F7B80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SQ-OS  ·  working name</a:t>
            </a:r>
            <a:endParaRPr lang="en-US" sz="1300" dirty="0"/>
          </a:p>
        </p:txBody>
      </p:sp>
      <p:pic>
        <p:nvPicPr>
          <p:cNvPr id="8" name="Picture 7" descr="visionblox-logo-kno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2057400" cy="8664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658368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EA891"/>
                </a:solidFill>
                <a:latin typeface="Arial"/>
              </a:rPr>
              <a:t>BUILD WHAT DOESN'T EXIST YET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suppliers are being squeezed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3818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4688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supplier EBIT margin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5.3% a year earlier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3938" y="2057400"/>
            <a:ext cx="3423818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12538" y="24688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612538" y="35204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25 largest suppliers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2538" y="4069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rated non-investment grade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797" y="2057400"/>
            <a:ext cx="3423818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56397" y="24688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2027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356397" y="35204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battery passport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6397" y="4069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— a hard deadline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Cash-starved and mandate-loaded at the same time. The suppliers who can't keep up don't get the next purchase order.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9618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Roland Berger / Lazard, Global Automotive Supplier Study 2025; Regulation (EU) 2023/1542.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Mission-critical work, run on spreadsheets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compliant PPAP package  →  no purchase order.  </a:t>
            </a:r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 genealogy  →  a targeted recall becomes a total recall.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below the top tier, this is assembled by hand in spreadsheets — and decades of research show most operational spreadsheets carry at least one error, with humans poor at catching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522144" cy="2011680"/>
          </a:xfrm>
          <a:prstGeom prst="roundRect">
            <a:avLst>
              <a:gd name="adj" fmla="val 318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1248" y="3767328"/>
            <a:ext cx="384048" cy="384048"/>
          </a:xfrm>
          <a:prstGeom prst="ellipse">
            <a:avLst/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224528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 &amp; FMEA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36592"/>
            <a:ext cx="2156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18-element packages and 7-step FMEAs assembled and version-controlled by hand.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6544" y="3566160"/>
            <a:ext cx="2522144" cy="2011680"/>
          </a:xfrm>
          <a:prstGeom prst="roundRect">
            <a:avLst>
              <a:gd name="adj" fmla="val 318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37712" y="3767328"/>
            <a:ext cx="384048" cy="384048"/>
          </a:xfrm>
          <a:prstGeom prst="ellipse">
            <a:avLst/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19424" y="4224528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Cross-document drift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9424" y="4736592"/>
            <a:ext cx="2156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numbers and revisions that silently disagree across the binder.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3566160"/>
            <a:ext cx="2522144" cy="2011680"/>
          </a:xfrm>
          <a:prstGeom prst="roundRect">
            <a:avLst>
              <a:gd name="adj" fmla="val 318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34176" y="3767328"/>
            <a:ext cx="384048" cy="384048"/>
          </a:xfrm>
          <a:prstGeom prst="ellipse">
            <a:avLst/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15888" y="4224528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exposure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5888" y="4736592"/>
            <a:ext cx="2156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lot goes bad, no fast way to isolate exactly which parts shipped.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9471" y="3566160"/>
            <a:ext cx="2522144" cy="2011680"/>
          </a:xfrm>
          <a:prstGeom prst="roundRect">
            <a:avLst>
              <a:gd name="adj" fmla="val 318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230639" y="3767328"/>
            <a:ext cx="384048" cy="384048"/>
          </a:xfrm>
          <a:prstGeom prst="ellipse">
            <a:avLst/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12351" y="4224528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fragility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12351" y="4736592"/>
            <a:ext cx="2156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that can be edited after the fact, with no tamper-evidence.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Rectangle 22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tools solve half the problem — each a different half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194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but unguarded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every document, but passively accept whatever is typed. No engine to catch what's wrong.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80560" y="2194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solutions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but narrow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0632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Nail one task — statistics, say — and leave everything else back in the spreadsheet.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1965960"/>
            <a:ext cx="3870655" cy="3977640"/>
          </a:xfrm>
          <a:prstGeom prst="roundRect">
            <a:avLst>
              <a:gd name="adj" fmla="val 1890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09560" y="219456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job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65176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neither covers: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3063240"/>
            <a:ext cx="3322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Cross-document integrity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Quality-plan coherence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genealogy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records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guardrails on bad data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that union is an architecture-level job — not a feature either incumbent can bolt on. That is the opening SQ-OS is built for.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of record for the whole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488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core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PPAP, APQP, FMEA, control plans, SPC — assembled, cross-checked, and kept consistent, priced for single-digit-margin shops.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07328" y="21488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guardrails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7328" y="26517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the errors a spreadsheet waves through — stale revisions, mis-used risk scores, out-of-spec capability claims.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spine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Part-level serialization and genealogy: turn a total recall into a targeted one, from raw lot to finished serial.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3008" y="388620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07328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passport ready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07328" y="461772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data spine produces the EU digital battery passport every EV supplier needs by February 2027.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Rectangle 16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BELIEVE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define the bar, then measure the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compliance software asks you to trust a claim. We built a testable benchmark of what “correct” means for automotive compliance — grounded in the AIAG / IATF standards and the EU battery regulation — before building the product.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1A214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3200400"/>
            <a:ext cx="411480" cy="411480"/>
          </a:xfrm>
          <a:prstGeom prst="ellipse">
            <a:avLst/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Standards-grounded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traces to a published standard — PPAP, AIAG-VDA FMEA, IATF 16949, EU 2023/1542.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2971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1A214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97298" y="3200400"/>
            <a:ext cx="411480" cy="411480"/>
          </a:xfrm>
          <a:prstGeom prst="ellipse">
            <a:avLst/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7298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asserted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7298" y="420624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ran the incumbent workflows against that bar and quantified exactly where they fall short.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7317" y="2971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1A2140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325917" y="3200400"/>
            <a:ext cx="411480" cy="411480"/>
          </a:xfrm>
          <a:prstGeom prst="ellipse">
            <a:avLst/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25917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construction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5917" y="420624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number can't be verified, we don't publish one. The rigor is the differentiator.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companion IEEE whitepaper documents the benchmark and the measured incumbent gap.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ionblox-logo-kno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 the pain, then own the data spine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3818" cy="3200400"/>
          </a:xfrm>
          <a:prstGeom prst="roundRect">
            <a:avLst>
              <a:gd name="adj" fmla="val 2286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wedge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9666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PPAP / FMEA paperwork every supplier is forced to produce — the most painful, most universal artifact.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18178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383938" y="2103120"/>
            <a:ext cx="3423818" cy="3200400"/>
          </a:xfrm>
          <a:prstGeom prst="roundRect">
            <a:avLst>
              <a:gd name="adj" fmla="val 2286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12538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2538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traceability spine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2538" y="3657600"/>
            <a:ext cx="29666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we hold the quality record, add serialization and genealogy — and the battery passport, ahead of the 2027 deadline.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62037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27797" y="2103120"/>
            <a:ext cx="3423818" cy="3200400"/>
          </a:xfrm>
          <a:prstGeom prst="roundRect">
            <a:avLst>
              <a:gd name="adj" fmla="val 2286"/>
            </a:avLst>
          </a:prstGeom>
          <a:solidFill>
            <a:srgbClr val="F7B80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56397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56397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6397" y="3657600"/>
            <a:ext cx="29666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backbone the whole supply base runs on — where every new mandate deepens the value.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February 2027 battery-passport deadline is a fixed clock the whole industry is racing — and a natural on-ramp.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Rectangle 19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is defined.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measured.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 is running.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8991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selecting design partners — mid-tier suppliers with acute, mandated compliance pain — to prove the wedge together.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52120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212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Khaalis Wooden, Sr.  ·  Visionblox / Zuup Innovation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khaalis.wooden@visionblox.com</a:t>
            </a:r>
            <a:endParaRPr lang="en-US" sz="1300" dirty="0"/>
          </a:p>
        </p:txBody>
      </p:sp>
      <p:pic>
        <p:nvPicPr>
          <p:cNvPr id="8" name="Picture 7" descr="visionblox-logo-kno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2057400" cy="8664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658368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EA891"/>
                </a:solidFill>
                <a:latin typeface="Arial"/>
              </a:rPr>
              <a:t>BUILD WHAT DOESN'T EXIST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Visionblox LLC / Zuup Innovation Lab</dc:creator>
  <cp:lastModifiedBy>Visionblox LLC / Zuup Innovation Lab</cp:lastModifiedBy>
  <cp:revision>1</cp:revision>
  <dcterms:created xsi:type="dcterms:W3CDTF">2026-07-14T07:23:26Z</dcterms:created>
  <dcterms:modified xsi:type="dcterms:W3CDTF">2026-07-14T07:23:26Z</dcterms:modified>
</cp:coreProperties>
</file>